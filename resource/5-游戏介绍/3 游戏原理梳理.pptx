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8952" autoAdjust="0"/>
    <p:restoredTop sz="94660"/>
  </p:normalViewPr>
  <p:slideViewPr>
    <p:cSldViewPr snapToGrid="0">
      <p:cViewPr varScale="1">
        <p:scale>
          <a:sx n="120" d="100"/>
          <a:sy n="120" d="100"/>
        </p:scale>
        <p:origin x="35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slide" Target="slides/slide2.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smtClean="0"/>
              <a:t>单击此处编辑母版标题样式</a:t>
            </a:r>
            <a:endParaRPr lang="zh-CN" altLang="en-US"/>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smtClean="0"/>
              <a:t>单击此处编辑母版副标题样式</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t>2025/10/25</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t>2025/10/25</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smtClean="0"/>
              <a:t>单击此处编辑母版文本样式</a:t>
            </a:r>
          </a:p>
        </p:txBody>
      </p:sp>
      <p:sp>
        <p:nvSpPr>
          <p:cNvPr id="4" name="日期占位符 3"/>
          <p:cNvSpPr>
            <a:spLocks noGrp="1"/>
          </p:cNvSpPr>
          <p:nvPr>
            <p:ph type="dt" sz="half" idx="10"/>
          </p:nvPr>
        </p:nvSpPr>
        <p:spPr/>
        <p:txBody>
          <a:bodyPr/>
          <a:lstStyle/>
          <a:p>
            <a:fld id="{D997B5FA-0921-464F-AAE1-844C04324D75}" type="datetimeFigureOut">
              <a:rPr lang="zh-CN" altLang="en-US" smtClean="0"/>
              <a:t>2025/10/25</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838200" y="1825625"/>
            <a:ext cx="5181600" cy="4351338"/>
          </a:xfrm>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half" idx="2"/>
          </p:nvPr>
        </p:nvSpPr>
        <p:spPr>
          <a:xfrm>
            <a:off x="6172200" y="1825625"/>
            <a:ext cx="5181600" cy="4351338"/>
          </a:xfrm>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日期占位符 4"/>
          <p:cNvSpPr>
            <a:spLocks noGrp="1"/>
          </p:cNvSpPr>
          <p:nvPr>
            <p:ph type="dt" sz="half" idx="10"/>
          </p:nvPr>
        </p:nvSpPr>
        <p:spPr/>
        <p:txBody>
          <a:bodyPr/>
          <a:lstStyle/>
          <a:p>
            <a:fld id="{D997B5FA-0921-464F-AAE1-844C04324D75}" type="datetimeFigureOut">
              <a:rPr lang="zh-CN" altLang="en-US" smtClean="0"/>
              <a:t>2025/10/25</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p>
        </p:txBody>
      </p:sp>
      <p:sp>
        <p:nvSpPr>
          <p:cNvPr id="4" name="内容占位符 3"/>
          <p:cNvSpPr>
            <a:spLocks noGrp="1"/>
          </p:cNvSpPr>
          <p:nvPr>
            <p:ph sz="half" idx="2"/>
          </p:nvPr>
        </p:nvSpPr>
        <p:spPr>
          <a:xfrm>
            <a:off x="839788" y="2505075"/>
            <a:ext cx="5157787" cy="3684588"/>
          </a:xfrm>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p>
        </p:txBody>
      </p:sp>
      <p:sp>
        <p:nvSpPr>
          <p:cNvPr id="6" name="内容占位符 5"/>
          <p:cNvSpPr>
            <a:spLocks noGrp="1"/>
          </p:cNvSpPr>
          <p:nvPr>
            <p:ph sz="quarter" idx="4"/>
          </p:nvPr>
        </p:nvSpPr>
        <p:spPr>
          <a:xfrm>
            <a:off x="6172200" y="2505075"/>
            <a:ext cx="5183188" cy="3684588"/>
          </a:xfrm>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7" name="日期占位符 6"/>
          <p:cNvSpPr>
            <a:spLocks noGrp="1"/>
          </p:cNvSpPr>
          <p:nvPr>
            <p:ph type="dt" sz="half" idx="10"/>
          </p:nvPr>
        </p:nvSpPr>
        <p:spPr/>
        <p:txBody>
          <a:bodyPr/>
          <a:lstStyle/>
          <a:p>
            <a:fld id="{D997B5FA-0921-464F-AAE1-844C04324D75}" type="datetimeFigureOut">
              <a:rPr lang="zh-CN" altLang="en-US" smtClean="0"/>
              <a:t>2025/10/25</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日期占位符 2"/>
          <p:cNvSpPr>
            <a:spLocks noGrp="1"/>
          </p:cNvSpPr>
          <p:nvPr>
            <p:ph type="dt" sz="half" idx="10"/>
          </p:nvPr>
        </p:nvSpPr>
        <p:spPr/>
        <p:txBody>
          <a:bodyPr/>
          <a:lstStyle/>
          <a:p>
            <a:fld id="{D997B5FA-0921-464F-AAE1-844C04324D75}" type="datetimeFigureOut">
              <a:rPr lang="zh-CN" altLang="en-US" smtClean="0"/>
              <a:t>2025/10/25</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D997B5FA-0921-464F-AAE1-844C04324D75}" type="datetimeFigureOut">
              <a:rPr lang="zh-CN" altLang="en-US" smtClean="0"/>
              <a:t>2025/10/25</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smtClean="0"/>
              <a:t>单击此处编辑母版文本样式</a:t>
            </a:r>
          </a:p>
        </p:txBody>
      </p:sp>
      <p:sp>
        <p:nvSpPr>
          <p:cNvPr id="5" name="日期占位符 4"/>
          <p:cNvSpPr>
            <a:spLocks noGrp="1"/>
          </p:cNvSpPr>
          <p:nvPr>
            <p:ph type="dt" sz="half" idx="10"/>
          </p:nvPr>
        </p:nvSpPr>
        <p:spPr/>
        <p:txBody>
          <a:bodyPr/>
          <a:lstStyle/>
          <a:p>
            <a:fld id="{D997B5FA-0921-464F-AAE1-844C04324D75}" type="datetimeFigureOut">
              <a:rPr lang="zh-CN" altLang="en-US" smtClean="0"/>
              <a:t>2025/10/25</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smtClean="0"/>
              <a:t>单击此处编辑母版文本样式</a:t>
            </a:r>
          </a:p>
        </p:txBody>
      </p:sp>
      <p:sp>
        <p:nvSpPr>
          <p:cNvPr id="5" name="日期占位符 4"/>
          <p:cNvSpPr>
            <a:spLocks noGrp="1"/>
          </p:cNvSpPr>
          <p:nvPr>
            <p:ph type="dt" sz="half" idx="10"/>
          </p:nvPr>
        </p:nvSpPr>
        <p:spPr/>
        <p:txBody>
          <a:bodyPr/>
          <a:lstStyle/>
          <a:p>
            <a:fld id="{D997B5FA-0921-464F-AAE1-844C04324D75}" type="datetimeFigureOut">
              <a:rPr lang="zh-CN" altLang="en-US" smtClean="0"/>
              <a:t>2025/10/25</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t>2025/10/25</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t>2025/10/25</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997B5FA-0921-464F-AAE1-844C04324D75}" type="datetimeFigureOut">
              <a:rPr lang="zh-CN" altLang="en-US" smtClean="0"/>
              <a:t>2025/10/25</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65CE74E-AB26-4998-AD42-012C4C1AD076}"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endParaRPr lang="zh-CN" altLang="en-US" dirty="0"/>
          </a:p>
        </p:txBody>
      </p:sp>
      <p:sp>
        <p:nvSpPr>
          <p:cNvPr id="3" name="副标题 2"/>
          <p:cNvSpPr>
            <a:spLocks noGrp="1"/>
          </p:cNvSpPr>
          <p:nvPr>
            <p:ph type="subTitle" idx="1"/>
          </p:nvPr>
        </p:nvSpPr>
        <p:spPr/>
        <p:txBody>
          <a:bodyPr/>
          <a:lstStyle/>
          <a:p>
            <a:endParaRPr lang="zh-CN" altLang="en-US"/>
          </a:p>
        </p:txBody>
      </p:sp>
    </p:spTree>
    <p:extLst>
      <p:ext uri="{BB962C8B-B14F-4D97-AF65-F5344CB8AC3E}">
        <p14:creationId xmlns:p14="http://schemas.microsoft.com/office/powerpoint/2010/main" val="388867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文本框 14"/>
          <p:cNvSpPr txBox="1"/>
          <p:nvPr/>
        </p:nvSpPr>
        <p:spPr>
          <a:xfrm>
            <a:off x="333954" y="477086"/>
            <a:ext cx="8391441" cy="6186309"/>
          </a:xfrm>
          <a:prstGeom prst="rect">
            <a:avLst/>
          </a:prstGeom>
          <a:solidFill>
            <a:schemeClr val="accent1">
              <a:lumMod val="20000"/>
              <a:lumOff val="80000"/>
            </a:schemeClr>
          </a:solidFill>
        </p:spPr>
        <p:txBody>
          <a:bodyPr wrap="square" rtlCol="0">
            <a:spAutoFit/>
          </a:bodyPr>
          <a:lstStyle/>
          <a:p>
            <a:r>
              <a:rPr lang="zh-CN" altLang="en-US" b="1" dirty="0" smtClean="0"/>
              <a:t>初始化</a:t>
            </a:r>
            <a:endParaRPr lang="en-US" altLang="zh-CN" b="1" dirty="0" smtClean="0"/>
          </a:p>
          <a:p>
            <a:pPr marL="342900" indent="-342900">
              <a:buFont typeface="+mj-lt"/>
              <a:buAutoNum type="arabicPeriod"/>
            </a:pPr>
            <a:r>
              <a:rPr lang="zh-CN" altLang="en-US" b="1" dirty="0" smtClean="0"/>
              <a:t>服务器启动</a:t>
            </a:r>
            <a:endParaRPr lang="en-US" altLang="zh-CN" b="1" dirty="0" smtClean="0"/>
          </a:p>
          <a:p>
            <a:pPr marL="342900" indent="-342900">
              <a:buFont typeface="+mj-lt"/>
              <a:buAutoNum type="arabicPeriod"/>
            </a:pPr>
            <a:r>
              <a:rPr lang="zh-CN" altLang="en-US" b="1" dirty="0" smtClean="0"/>
              <a:t>客户端</a:t>
            </a:r>
            <a:r>
              <a:rPr lang="en-US" altLang="zh-CN" b="1" dirty="0" smtClean="0"/>
              <a:t>1</a:t>
            </a:r>
            <a:r>
              <a:rPr lang="zh-CN" altLang="en-US" b="1" dirty="0" smtClean="0"/>
              <a:t>请求连接</a:t>
            </a:r>
            <a:endParaRPr lang="en-US" altLang="zh-CN" b="1" dirty="0" smtClean="0"/>
          </a:p>
          <a:p>
            <a:pPr marL="342900" indent="-342900">
              <a:buFont typeface="+mj-lt"/>
              <a:buAutoNum type="arabicPeriod"/>
            </a:pPr>
            <a:r>
              <a:rPr lang="zh-CN" altLang="en-US" b="1" dirty="0" smtClean="0"/>
              <a:t>服务器接收请求客户端</a:t>
            </a:r>
            <a:r>
              <a:rPr lang="en-US" altLang="zh-CN" b="1" dirty="0" smtClean="0"/>
              <a:t>1</a:t>
            </a:r>
            <a:r>
              <a:rPr lang="zh-CN" altLang="en-US" b="1" dirty="0" smtClean="0"/>
              <a:t>请求，并且给客户端</a:t>
            </a:r>
            <a:r>
              <a:rPr lang="en-US" altLang="zh-CN" b="1" dirty="0" smtClean="0"/>
              <a:t>1</a:t>
            </a:r>
            <a:r>
              <a:rPr lang="zh-CN" altLang="en-US" b="1" dirty="0" smtClean="0"/>
              <a:t>分配</a:t>
            </a:r>
            <a:r>
              <a:rPr lang="en-US" altLang="zh-CN" b="1" dirty="0" smtClean="0"/>
              <a:t>ID1</a:t>
            </a:r>
          </a:p>
          <a:p>
            <a:pPr marL="342900" indent="-342900">
              <a:buFont typeface="+mj-lt"/>
              <a:buAutoNum type="arabicPeriod"/>
            </a:pPr>
            <a:r>
              <a:rPr lang="zh-CN" altLang="en-US" b="1" dirty="0" smtClean="0"/>
              <a:t>客户端</a:t>
            </a:r>
            <a:r>
              <a:rPr lang="en-US" altLang="zh-CN" b="1" dirty="0" smtClean="0"/>
              <a:t>1</a:t>
            </a:r>
            <a:r>
              <a:rPr lang="zh-CN" altLang="en-US" b="1" dirty="0" smtClean="0"/>
              <a:t>记录被分配的</a:t>
            </a:r>
            <a:r>
              <a:rPr lang="en-US" altLang="zh-CN" b="1" dirty="0" smtClean="0"/>
              <a:t>ID1</a:t>
            </a:r>
            <a:r>
              <a:rPr lang="zh-CN" altLang="en-US" b="1" dirty="0" smtClean="0"/>
              <a:t>以后每次发送数据会带</a:t>
            </a:r>
            <a:r>
              <a:rPr lang="en-US" altLang="zh-CN" b="1" dirty="0" smtClean="0"/>
              <a:t>ID1</a:t>
            </a:r>
          </a:p>
          <a:p>
            <a:pPr marL="342900" indent="-342900">
              <a:buFont typeface="+mj-lt"/>
              <a:buAutoNum type="arabicPeriod"/>
            </a:pPr>
            <a:r>
              <a:rPr lang="zh-CN" altLang="en-US" b="1" dirty="0" smtClean="0"/>
              <a:t>客户端</a:t>
            </a:r>
            <a:r>
              <a:rPr lang="en-US" altLang="zh-CN" b="1" dirty="0" smtClean="0"/>
              <a:t>2</a:t>
            </a:r>
            <a:r>
              <a:rPr lang="zh-CN" altLang="en-US" b="1" dirty="0" smtClean="0"/>
              <a:t>请求连接</a:t>
            </a:r>
            <a:endParaRPr lang="en-US" altLang="zh-CN" b="1" dirty="0" smtClean="0"/>
          </a:p>
          <a:p>
            <a:pPr marL="342900" indent="-342900">
              <a:buFont typeface="+mj-lt"/>
              <a:buAutoNum type="arabicPeriod"/>
            </a:pPr>
            <a:r>
              <a:rPr lang="zh-CN" altLang="en-US" b="1" dirty="0"/>
              <a:t>服务器接收请求</a:t>
            </a:r>
            <a:r>
              <a:rPr lang="zh-CN" altLang="en-US" b="1" dirty="0" smtClean="0"/>
              <a:t>客户端</a:t>
            </a:r>
            <a:r>
              <a:rPr lang="en-US" altLang="zh-CN" b="1" dirty="0" smtClean="0"/>
              <a:t>2</a:t>
            </a:r>
            <a:r>
              <a:rPr lang="zh-CN" altLang="en-US" b="1" dirty="0" smtClean="0"/>
              <a:t>请求</a:t>
            </a:r>
            <a:r>
              <a:rPr lang="zh-CN" altLang="en-US" b="1" dirty="0"/>
              <a:t>，并且给</a:t>
            </a:r>
            <a:r>
              <a:rPr lang="zh-CN" altLang="en-US" b="1" dirty="0" smtClean="0"/>
              <a:t>客户端</a:t>
            </a:r>
            <a:r>
              <a:rPr lang="en-US" altLang="zh-CN" b="1" dirty="0" smtClean="0"/>
              <a:t>2</a:t>
            </a:r>
            <a:r>
              <a:rPr lang="zh-CN" altLang="en-US" b="1" dirty="0" smtClean="0"/>
              <a:t>分配</a:t>
            </a:r>
            <a:r>
              <a:rPr lang="en-US" altLang="zh-CN" b="1" dirty="0" smtClean="0"/>
              <a:t>ID2</a:t>
            </a:r>
          </a:p>
          <a:p>
            <a:pPr marL="342900" indent="-342900">
              <a:buFont typeface="+mj-lt"/>
              <a:buAutoNum type="arabicPeriod"/>
            </a:pPr>
            <a:r>
              <a:rPr lang="zh-CN" altLang="en-US" b="1" dirty="0" smtClean="0"/>
              <a:t>客户端</a:t>
            </a:r>
            <a:r>
              <a:rPr lang="en-US" altLang="zh-CN" b="1" dirty="0" smtClean="0"/>
              <a:t>2</a:t>
            </a:r>
            <a:r>
              <a:rPr lang="zh-CN" altLang="en-US" b="1" dirty="0"/>
              <a:t>记录被分配的</a:t>
            </a:r>
            <a:r>
              <a:rPr lang="en-US" altLang="zh-CN" b="1" dirty="0" smtClean="0"/>
              <a:t>ID2</a:t>
            </a:r>
            <a:r>
              <a:rPr lang="zh-CN" altLang="en-US" b="1" dirty="0" smtClean="0"/>
              <a:t>以后</a:t>
            </a:r>
            <a:r>
              <a:rPr lang="zh-CN" altLang="en-US" b="1" dirty="0"/>
              <a:t>每次发送数据会带</a:t>
            </a:r>
            <a:r>
              <a:rPr lang="en-US" altLang="zh-CN" b="1" dirty="0" smtClean="0"/>
              <a:t>ID2</a:t>
            </a:r>
          </a:p>
          <a:p>
            <a:pPr marL="342900" indent="-342900">
              <a:buFont typeface="+mj-lt"/>
              <a:buAutoNum type="arabicPeriod"/>
            </a:pPr>
            <a:r>
              <a:rPr lang="zh-CN" altLang="en-US" b="1" dirty="0" smtClean="0"/>
              <a:t>依此类推</a:t>
            </a:r>
            <a:endParaRPr lang="en-US" altLang="zh-CN" b="1" dirty="0" smtClean="0"/>
          </a:p>
          <a:p>
            <a:endParaRPr lang="en-US" altLang="zh-CN" b="1" dirty="0" smtClean="0"/>
          </a:p>
          <a:p>
            <a:endParaRPr lang="en-US" altLang="zh-CN" b="1" dirty="0" smtClean="0"/>
          </a:p>
          <a:p>
            <a:r>
              <a:rPr lang="zh-CN" altLang="en-US" b="1" dirty="0" smtClean="0"/>
              <a:t>运行后：</a:t>
            </a:r>
            <a:endParaRPr lang="en-US" altLang="zh-CN" b="1" dirty="0" smtClean="0"/>
          </a:p>
          <a:p>
            <a:pPr marL="342900" indent="-342900">
              <a:buFont typeface="+mj-lt"/>
              <a:buAutoNum type="arabicPeriod"/>
            </a:pPr>
            <a:r>
              <a:rPr lang="zh-CN" altLang="en-US" b="1" dirty="0" smtClean="0"/>
              <a:t>服务器会把所有客户端发过来的数据存放到对应的</a:t>
            </a:r>
            <a:r>
              <a:rPr lang="en-US" altLang="zh-CN" b="1" dirty="0" smtClean="0"/>
              <a:t>Team</a:t>
            </a:r>
            <a:r>
              <a:rPr lang="zh-CN" altLang="en-US" b="1" dirty="0" smtClean="0"/>
              <a:t>去，并且显示在界面上，</a:t>
            </a:r>
            <a:endParaRPr lang="en-US" altLang="zh-CN" b="1" dirty="0" smtClean="0"/>
          </a:p>
          <a:p>
            <a:pPr marL="342900" indent="-342900">
              <a:buFont typeface="+mj-lt"/>
              <a:buAutoNum type="arabicPeriod"/>
            </a:pPr>
            <a:r>
              <a:rPr lang="zh-CN" altLang="en-US" b="1" dirty="0" smtClean="0"/>
              <a:t>每个客户端每隔一定时间会把自己操作的信息打包发送给服务器端，是否有新建筑的建造，坦克是否有移动，坦克的当前血量、发送的子弹的伤害，当前坦克、子弹的位置信息，其他兵种以此类推等等</a:t>
            </a:r>
            <a:endParaRPr lang="en-US" altLang="zh-CN" b="1" dirty="0" smtClean="0"/>
          </a:p>
          <a:p>
            <a:pPr marL="342900" indent="-342900">
              <a:buFont typeface="+mj-lt"/>
              <a:buAutoNum type="arabicPeriod"/>
            </a:pPr>
            <a:r>
              <a:rPr lang="zh-CN" altLang="en-US" b="1" dirty="0" smtClean="0"/>
              <a:t>服务器和每个客户端只能控制自己队伍建筑、兵种等等的建造，及兵种的移动，如果达到攻击范围，会自动攻击，发出的子弹会自带伤害值</a:t>
            </a:r>
            <a:endParaRPr lang="en-US" altLang="zh-CN" b="1" dirty="0" smtClean="0"/>
          </a:p>
          <a:p>
            <a:pPr marL="342900" indent="-342900">
              <a:buFont typeface="+mj-lt"/>
              <a:buAutoNum type="arabicPeriod"/>
            </a:pPr>
            <a:r>
              <a:rPr lang="zh-CN" altLang="en-US" b="1" dirty="0" smtClean="0"/>
              <a:t>服务器会把所有子弹攻击如果达到伤害的范围计算后的数据打包发送给客户端</a:t>
            </a:r>
            <a:endParaRPr lang="en-US" altLang="zh-CN" b="1" dirty="0" smtClean="0"/>
          </a:p>
          <a:p>
            <a:pPr marL="342900" indent="-342900">
              <a:buFont typeface="+mj-lt"/>
              <a:buAutoNum type="arabicPeriod"/>
            </a:pPr>
            <a:r>
              <a:rPr lang="zh-CN" altLang="en-US" b="1" dirty="0" smtClean="0"/>
              <a:t>并且</a:t>
            </a:r>
            <a:r>
              <a:rPr lang="zh-CN" altLang="en-US" b="1" dirty="0"/>
              <a:t>会把所有</a:t>
            </a:r>
            <a:r>
              <a:rPr lang="en-US" altLang="zh-CN" b="1" dirty="0"/>
              <a:t>Team</a:t>
            </a:r>
            <a:r>
              <a:rPr lang="zh-CN" altLang="en-US" b="1" dirty="0"/>
              <a:t>的数据打包发送给各个客户端</a:t>
            </a:r>
            <a:endParaRPr lang="en-US" altLang="zh-CN" b="1" dirty="0"/>
          </a:p>
          <a:p>
            <a:pPr marL="342900" indent="-342900">
              <a:buFont typeface="+mj-lt"/>
              <a:buAutoNum type="arabicPeriod"/>
            </a:pPr>
            <a:endParaRPr lang="en-US" altLang="zh-CN" b="1" dirty="0"/>
          </a:p>
          <a:p>
            <a:endParaRPr lang="zh-CN" altLang="en-US" dirty="0"/>
          </a:p>
        </p:txBody>
      </p:sp>
      <p:sp>
        <p:nvSpPr>
          <p:cNvPr id="4" name="矩形 3"/>
          <p:cNvSpPr/>
          <p:nvPr/>
        </p:nvSpPr>
        <p:spPr>
          <a:xfrm>
            <a:off x="8529005" y="2658233"/>
            <a:ext cx="1124793" cy="67163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smtClean="0"/>
              <a:t>server</a:t>
            </a:r>
            <a:endParaRPr lang="zh-CN" altLang="en-US" dirty="0"/>
          </a:p>
        </p:txBody>
      </p:sp>
      <p:sp>
        <p:nvSpPr>
          <p:cNvPr id="5" name="矩形 4"/>
          <p:cNvSpPr/>
          <p:nvPr/>
        </p:nvSpPr>
        <p:spPr>
          <a:xfrm>
            <a:off x="10775892" y="2658233"/>
            <a:ext cx="1124793" cy="67163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smtClean="0"/>
              <a:t>client2</a:t>
            </a:r>
            <a:endParaRPr lang="zh-CN" altLang="en-US" dirty="0"/>
          </a:p>
        </p:txBody>
      </p:sp>
      <p:sp>
        <p:nvSpPr>
          <p:cNvPr id="6" name="矩形 5"/>
          <p:cNvSpPr/>
          <p:nvPr/>
        </p:nvSpPr>
        <p:spPr>
          <a:xfrm>
            <a:off x="10775893" y="3627930"/>
            <a:ext cx="1124793" cy="67163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smtClean="0"/>
              <a:t>client3</a:t>
            </a:r>
            <a:endParaRPr lang="zh-CN" altLang="en-US" dirty="0"/>
          </a:p>
        </p:txBody>
      </p:sp>
      <p:sp>
        <p:nvSpPr>
          <p:cNvPr id="7" name="矩形 6"/>
          <p:cNvSpPr/>
          <p:nvPr/>
        </p:nvSpPr>
        <p:spPr>
          <a:xfrm>
            <a:off x="10775893" y="1688536"/>
            <a:ext cx="1124793" cy="67163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smtClean="0"/>
              <a:t>client1</a:t>
            </a:r>
            <a:endParaRPr lang="zh-CN" altLang="en-US" dirty="0"/>
          </a:p>
        </p:txBody>
      </p:sp>
      <p:cxnSp>
        <p:nvCxnSpPr>
          <p:cNvPr id="9" name="直接连接符 8"/>
          <p:cNvCxnSpPr>
            <a:stCxn id="4" idx="3"/>
            <a:endCxn id="7" idx="1"/>
          </p:cNvCxnSpPr>
          <p:nvPr/>
        </p:nvCxnSpPr>
        <p:spPr>
          <a:xfrm flipV="1">
            <a:off x="9653798" y="2024356"/>
            <a:ext cx="1122095" cy="969697"/>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直接连接符 11"/>
          <p:cNvCxnSpPr>
            <a:stCxn id="4" idx="3"/>
            <a:endCxn id="5" idx="1"/>
          </p:cNvCxnSpPr>
          <p:nvPr/>
        </p:nvCxnSpPr>
        <p:spPr>
          <a:xfrm>
            <a:off x="9653798" y="2994053"/>
            <a:ext cx="112209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直接连接符 13"/>
          <p:cNvCxnSpPr>
            <a:stCxn id="4" idx="3"/>
            <a:endCxn id="6" idx="1"/>
          </p:cNvCxnSpPr>
          <p:nvPr/>
        </p:nvCxnSpPr>
        <p:spPr>
          <a:xfrm>
            <a:off x="9653798" y="2994053"/>
            <a:ext cx="1122095" cy="969697"/>
          </a:xfrm>
          <a:prstGeom prst="line">
            <a:avLst/>
          </a:prstGeom>
        </p:spPr>
        <p:style>
          <a:lnRef idx="1">
            <a:schemeClr val="accent1"/>
          </a:lnRef>
          <a:fillRef idx="0">
            <a:schemeClr val="accent1"/>
          </a:fillRef>
          <a:effectRef idx="0">
            <a:schemeClr val="accent1"/>
          </a:effectRef>
          <a:fontRef idx="minor">
            <a:schemeClr val="tx1"/>
          </a:fontRef>
        </p:style>
      </p:cxnSp>
      <p:sp>
        <p:nvSpPr>
          <p:cNvPr id="21" name="矩形 20"/>
          <p:cNvSpPr/>
          <p:nvPr/>
        </p:nvSpPr>
        <p:spPr>
          <a:xfrm>
            <a:off x="10775891" y="4597627"/>
            <a:ext cx="1124793" cy="67163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smtClean="0"/>
              <a:t>clientN</a:t>
            </a:r>
            <a:endParaRPr lang="zh-CN" altLang="en-US" dirty="0"/>
          </a:p>
        </p:txBody>
      </p:sp>
    </p:spTree>
    <p:extLst>
      <p:ext uri="{BB962C8B-B14F-4D97-AF65-F5344CB8AC3E}">
        <p14:creationId xmlns:p14="http://schemas.microsoft.com/office/powerpoint/2010/main" val="1236099786"/>
      </p:ext>
    </p:extLst>
  </p:cSld>
  <p:clrMapOvr>
    <a:masterClrMapping/>
  </p:clrMapOvr>
</p:sld>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a:ea typeface=""/>
        <a:cs typeface=""/>
        <a:font script="Jpan" typeface="ＭＳ Ｐゴシック"/>
        <a:font script="Hang" typeface="맑은 고딕"/>
        <a:font script="Hans" typeface="微软雅黑"/>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微软雅黑"/>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206</TotalTime>
  <Words>216</Words>
  <Application>Microsoft Office PowerPoint</Application>
  <PresentationFormat>宽屏</PresentationFormat>
  <Paragraphs>22</Paragraphs>
  <Slides>2</Slides>
  <Notes>0</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2</vt:i4>
      </vt:variant>
    </vt:vector>
  </HeadingPairs>
  <TitlesOfParts>
    <vt:vector size="6" baseType="lpstr">
      <vt:lpstr>微软雅黑</vt:lpstr>
      <vt:lpstr>Arial</vt:lpstr>
      <vt:lpstr>Calibri</vt:lpstr>
      <vt:lpstr>WPS</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Administrator</dc:creator>
  <cp:lastModifiedBy>Administrator</cp:lastModifiedBy>
  <cp:revision>16</cp:revision>
  <dcterms:created xsi:type="dcterms:W3CDTF">2023-08-09T12:44:55Z</dcterms:created>
  <dcterms:modified xsi:type="dcterms:W3CDTF">2025-10-25T01:27:57Z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3B0086CAF875411CACBDA13AB9801EF4_13</vt:lpwstr>
  </property>
  <property fmtid="{D5CDD505-2E9C-101B-9397-08002B2CF9AE}" pid="3" name="KSOProductBuildVer">
    <vt:lpwstr>2052-12.1.0.15259</vt:lpwstr>
  </property>
</Properties>
</file>